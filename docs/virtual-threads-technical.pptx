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RSS (MB) as offered load doubles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webflux-r2dbc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303</c:v>
                </c:pt>
                <c:pt idx="1">
                  <c:v>310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mvc-virtual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349</c:v>
                </c:pt>
                <c:pt idx="1">
                  <c:v>514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mvc-platform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352</c:v>
                </c:pt>
                <c:pt idx="1">
                  <c:v>462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WebFlux → Virtual Threads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design, results and what they do and do not support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walkthrough  ·  Java 25.0.4, Spring Boot 4.1.1, k6 v2.2.0, PostgreSQL 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builds, one variable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7340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2104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webflux-r2dbc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5361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stack. Netty, Spring Data R2DBC, r2dbc-postgresql, WebClient.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46020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2104" y="2404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mvc-virtual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40487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Candidate. Tomcat, Spring Data JDBC, JDBC driver, RestClient, virtual threads 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14700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3273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mvc-platform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735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 Byte-identical to mvc-virtual; virtual threads off.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183380"/>
            <a:ext cx="146304" cy="146304"/>
          </a:xfrm>
          <a:prstGeom prst="ellipse">
            <a:avLst/>
          </a:prstGeom>
          <a:solidFill>
            <a:srgbClr val="5C6B7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mvc-jpa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1422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Control. As mvc-platform but Hibernate, to price the ORM separately.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1206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2F5F7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5276088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mvc-virtual and mvc-platform are the same program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596128"/>
            <a:ext cx="1038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build files, identical controllers, verified byte for byte. The only difference is three lines of YAML. Any gap between them is the thread model and nothing else.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workloads, each isolating one constraint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0972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554480"/>
                <a:gridCol w="146304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Conn. held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constrains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layer only. Control.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indexed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never binds.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/db-heavy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+ 20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binds at ~1,387 rps.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/db-slow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+ pg_sleep(0.1)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binds at ~200 rps.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200ms upstream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 bind at ~1,000 rps.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096512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E8F5F1"/>
          </a:solidFill>
          <a:ln w="12700">
            <a:solidFill>
              <a:srgbClr val="C4E3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" y="4251960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is the decisive workload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4572000"/>
            <a:ext cx="1038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touches no database, so nothing the connection pool does can explain the result. Each request simply holds a thread for 200ms. Little's Law: at 1,000 rps that is 200 requests in flight — exactly Tomcat's default thread count. Everything else is either a control or pool-bound.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the experiment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447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56232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 = TPS x hold time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= 1,000 x 0.015 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= 15 at full utilisation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POOL_SIZE = 20  (75% utilisation)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saturation = 20 / 0.015 = 1,387 TPS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7307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at 100% utilisation queues without bound, so 20 leaves headroom and puts the knee inside the rate ladder rather than beyond it.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4447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in flight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856232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flight = TPS x latency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/db    1,000 x 0.002 s =   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     500 x 0.210 s = 105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   1,000 x 0.210 s = 210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   1,500 x 0.210 s = 315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73075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Tomcat's default is 200 threads. That is why /api at 1,000 rps is the cliff edge and /db is not — the database workloads never put enough requests in flight to matter.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507492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5230368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was offered, not negotiated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5550408"/>
            <a:ext cx="1038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ran in open model at a fixed arrival rate. A closed-loop generator slows down when the system does, which hides exactly the saturation behaviour being measured.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Latency: the two candidates are indistinguishable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0972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468880"/>
                <a:gridCol w="2651760"/>
                <a:gridCol w="28346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WebFlux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9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/nodb @ 2,000 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/db @ 1,000 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 @ 500 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216.9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219.3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 @ 1,000 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217.8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217.9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1,199.7 ms · 100%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 @ 1,500 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219.3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1,039.7 ms · 100%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0965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 percentile. Where errors are high the latency is floored by the 1,000 ms client timeout, so those figures are a lower bound on how bad it actually was — read the error rate first.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4645152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4800600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/db, the ordering does not rank anything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5120640"/>
            <a:ext cx="10387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repetitions each: virtual threads 4.9 / 11.7 / 19.0 ms, platform 4.2 / 5.6 / 39.0 ms. The spreads overlap completely. At 1,000 rps with a 1 ms query nothing is under stress.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usage, and how it was measured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005840"/>
                <a:gridCol w="100584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webflux-r2dbc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mvc-virtual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mvc-jpa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6850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at 500 rps — all four healthy, zero errors, identical work.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444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-Xms128m, not -Xms1g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1762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the full heap pins RSS near 1 GB for every variant and hides the difference.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from cumulative time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0906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process_cpu_time differenced over the window, not a sampled gauge.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samples, 2s apart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005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sawtooths with GC; a single reading depends on where in the cycle it lands.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4142232"/>
            <a:ext cx="6858000" cy="14630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" y="4297680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differs far less than thread count suggests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4617720"/>
            <a:ext cx="6272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RSS between WebFlux and virtual threads despite 6x the threads. A thread parked on a socket never touches most of its stack, so it costs address space rather than resident pages.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scaling is the one structural difference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44752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4904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90195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thread's stack is a heap object that grows and shrinks as it runs. A platform thread's stack is native memory outside -Xmx. A reactive request in flight is neither — it is a continuation object of a few hundred bytes.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18120" y="3410712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FDF3E7"/>
          </a:solidFill>
          <a:ln w="12700">
            <a:solidFill>
              <a:srgbClr val="F2D9B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10728" y="356616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points, not a trend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10728" y="3886200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shapes differ — roughly flat against roughly linear in concurrency — but extrapolating from two measurements is unsafe. This is the single most important thing for the AWS run to confirm.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Ecosystem: what changes with the driver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WebFlux + R2DBC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9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 + virtual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r2dbc-postgresql 1.1.2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42.7.13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R2DBC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HikariCP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/ Spring Data JPA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APIs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JdbcClient, JdbcTemplate, JPA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reactive, context-bound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@Transactional, thread-bound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 needs a JDBC driver anyway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 natively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Reactor Context, plumbed explicitly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ThreadLocal / MDC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736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service already ships a JDBC driver for schema migrations, so moving does not add a dependency there — it removes the second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checked before trusting any of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47472" cy="347472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179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447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pinning ruled out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73936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recording over ~50,000 requests held one VirtualThreadPinned event — 33.9 ms, on first-time class loading of a Hikari proxy — and zero submit failures. Java 25 removed the synchronized pinning that made this a real risk on 21.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" cy="347472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026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535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never the bottleneck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82696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ran open-model with the VU pool pre-allocated. Any cell where it dropped an iteration during measurement is marked invalid and excluded, rather than averaged 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498848"/>
            <a:ext cx="347472" cy="347472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5354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622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retracted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791456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p99 of 422 ms for virtual threads on /db did not reproduce with a proper warmup — the corrected medians are 6.4 ms against 9.2 ms. An early '24x heap' figure was a single sample taken with a committed heap; measured properly it is ~2x.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rules adopted from those mistakes: 60 s warmup minimum, three repetitions with the spread reported, and flight recordings taken with jcmd rather than dumponexit.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yet establish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447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7393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generator, app, database and stub shared six cores. They compete.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620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per cell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9125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/nodb and /db. Single-digit-percent differences are noise.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2793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/db-heavy is unusable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60857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machine saturated. That workload says nothing yet.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447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hop to the database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7393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hold measured 1.0 ms locally against a reported 15 ms in production. /db-heavy carries a deliberate pad to compensate.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8620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RSS is not cgroup RSS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9125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constrains a container is different from what Task Manager reports. Re-measure before sizing anything.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2793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paths untested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60857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is a read. Transactional write behaviour differs most between the two models.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4864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DF3E7"/>
          </a:solidFill>
          <a:ln w="12700">
            <a:solidFill>
              <a:srgbClr val="F2D9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5641848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result that is solid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961888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/api thread ceiling reproduced across independent runs and lands exactly where the arithmetic predicted before any code was written.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AWS run will settle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4475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instances in one availability zone: a 4-core load generator, a 2-core system under test, and a backend running PostgreSQL and the stub service. Nothing shares a CPU with the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13432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496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memory gap hold?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2549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+2% against +47% is the only structural difference found. Two data points is not a trend.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313432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496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CPU gap still ~40%?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2549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while four processes fought over six cores. It could move either way.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867912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507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real connection hold time?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799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hop to a separate database may reach the 15 ms production reports, making the synthetic pad unnecessary.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867912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40507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/db-heavy say anything?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3799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unusable locally. On dedicated hardware the pool knee at ~1,387 rps should become visible.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in the repository — four builds, the k6 scenarios, the run scripts and the raw results — so any of this can be re-run or disputed.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threads are a credible replacement. The open question is cost, not capability.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965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9659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WebFlux on latency and errors at every rate tested, on every workload.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90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99008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40% more for identical work. Affordable at our load; verify on AWS.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014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4014216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more at rest, and it grows with concurrency where reactive does not. The one thing that could change the answer.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383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503834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code, real stack traces, working debuggers, a mature driver, a larger hiring pool.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hold the decision until the AWS numbers land, then decide on the memory curve.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threads vs WebFlux: technical findings</dc:title>
  <dc:subject>PptxGenJS Presentation</dc:subject>
  <dc:creator>PptxGenJS</dc:creator>
  <cp:lastModifiedBy>PptxGenJS</cp:lastModifiedBy>
  <cp:revision>1</cp:revision>
  <dcterms:created xsi:type="dcterms:W3CDTF">2026-09-20T04:55:09Z</dcterms:created>
  <dcterms:modified xsi:type="dcterms:W3CDTF">2026-09-20T04:55:09Z</dcterms:modified>
</cp:coreProperties>
</file>