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presProps" Target="pres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notesMaster" Target="notesMasters/notesMaster1.xml" /><Relationship Id="rId5" Type="http://schemas.openxmlformats.org/officeDocument/2006/relationships/slide" Target="slides/slide4.xml" /><Relationship Id="rId15" Type="http://schemas.openxmlformats.org/officeDocument/2006/relationships/tableStyles" Target="tableStyles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theme" Target="theme/theme1.xml" 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6B77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5C6B77"/>
                </a:solidFill>
                <a:latin typeface="Calibri"/>
              </a:rPr>
              <a:t>RSS (MB) as offered load doubles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webflux-r2dbc</c:v>
                </c:pt>
              </c:strCache>
            </c:strRef>
          </c:tx>
          <c:spPr>
            <a:solidFill>
              <a:srgbClr val="0072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933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500 rps</c:v>
                </c:pt>
                <c:pt idx="1">
                  <c:v>1,000 rps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303</c:v>
                </c:pt>
                <c:pt idx="1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CB47-B4D9-19F467DA5CC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mvc-virtual</c:v>
                </c:pt>
              </c:strCache>
            </c:strRef>
          </c:tx>
          <c:spPr>
            <a:solidFill>
              <a:srgbClr val="009E7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933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500 rps</c:v>
                </c:pt>
                <c:pt idx="1">
                  <c:v>1,000 rps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349</c:v>
                </c:pt>
                <c:pt idx="1">
                  <c:v>514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CAA-CB47-B4D9-19F467DA5CC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mvc-platform</c:v>
                </c:pt>
              </c:strCache>
            </c:strRef>
          </c:tx>
          <c:spPr>
            <a:solidFill>
              <a:srgbClr val="D55E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933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500 rps</c:v>
                </c:pt>
                <c:pt idx="1">
                  <c:v>1,000 rps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352</c:v>
                </c:pt>
                <c:pt idx="1">
                  <c:v>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CAA-CB47-B4D9-19F467DA5CC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C6B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D969B-AB26-DB48-ABFB-7F3359579D5A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12E7BA-C881-B942-BE5A-7955BF288A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07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0116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WebFlux → Virtual Threads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9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design, results and what they do and do not support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walkthrough  ·  Java 25.0.4, Spring Boot 4.1.1, k6 v2.2.0, PostgreSQL 17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builds, one variable each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77340"/>
            <a:ext cx="146304" cy="146304"/>
          </a:xfrm>
          <a:prstGeom prst="ellipse">
            <a:avLst/>
          </a:prstGeom>
          <a:solidFill>
            <a:srgbClr val="0072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32104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webflux-r2dbc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53619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stack. Netty, Spring Data R2DBC, r2dbc-postgresql, WebClient.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446020"/>
            <a:ext cx="146304" cy="146304"/>
          </a:xfrm>
          <a:prstGeom prst="ellipse">
            <a:avLst/>
          </a:prstGeom>
          <a:solidFill>
            <a:srgbClr val="009E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32104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mvc-virtual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40487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Candidate. Tomcat, Spring Data JDBC, JDBC driver, RestClient, virtual threads 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314700"/>
            <a:ext cx="146304" cy="146304"/>
          </a:xfrm>
          <a:prstGeom prst="ellipse">
            <a:avLst/>
          </a:prstGeom>
          <a:solidFill>
            <a:srgbClr val="D55E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32104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mvc-platform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27355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Reference. Byte-identical to mvc-virtual; virtual threads off.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workloads, each isolating one constraint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0972800" cy="230428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Conn. held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constrains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response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layer only. Control.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indexed query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never binds.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/db-heavy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 + 20 rows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binds at ~1,387 rps.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/db-slow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+ pg_sleep(0.1)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binds at ~200 rps.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200ms upstream 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~210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Threads bind at ~1,000 rps.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4096512"/>
            <a:ext cx="10972800" cy="1463040"/>
          </a:xfrm>
          <a:prstGeom prst="roundRect">
            <a:avLst>
              <a:gd name="adj" fmla="val 5000"/>
            </a:avLst>
          </a:prstGeom>
          <a:solidFill>
            <a:srgbClr val="E8F5F1"/>
          </a:solidFill>
          <a:ln w="12700">
            <a:solidFill>
              <a:srgbClr val="C4E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86968" y="4251960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is the decisive workload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86968" y="4572000"/>
            <a:ext cx="10387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touches no database, so nothing the connection pool does can explain the result. Each request simply holds a thread for 200ms. Little's Law: at 1,000 rps that is 200 requests in flight — exactly Tomcat's default thread count. Everything else is either a control or pool-bound.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Sizing the experiment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447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56232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 = TPS x hold time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1,000 x 0.015 s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15 at full utilisation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POOL_SIZE = 20  (75% utilisation)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saturation = 20 / 0.015 = 1,387 TPS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730752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pool at 100% utilisation queues without bound, so 20 leaves headroom and puts the knee inside the rate ladder rather than beyond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4447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in flight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856232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flight = TPS x latency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/db    1,000 x 0.002 s =   2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     500 x 0.210 s = 105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   1,000 x 0.210 s = 210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   1,500 x 0.210 s = 315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3730752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Tomcat's default is 200 threads. That is why /api at 1,000 rps is the cliff edge and /db is not — the database workloads never put enough requests in flight to matter.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Latency: the two candidates are </a:t>
            </a:r>
            <a:r>
              <a:rPr lang="en-US" sz="3000" b="1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identical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0972800" cy="241401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Workload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7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WebFlux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9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55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/nodb @ 2,000 rps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/db @ 1,000 rps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 @ 500 rps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216.9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227.2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219.3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 @ 1,000 rps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217.8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217.9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1,199.7 ms · 100% errors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 @ 1,500 rps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219.3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278.5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1,039.7 ms · 100% errors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09651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99th percentile. Where errors are high the latency is floored by the 1,000 ms client timeout, so those figures are a lower bound on how bad it actually was — read the error rate first.</a:t>
            </a:r>
            <a:endParaRPr lang="en-US" sz="1300" dirty="0"/>
          </a:p>
        </p:txBody>
      </p:sp>
      <p:sp>
        <p:nvSpPr>
          <p:cNvPr id="4" name="Shape 3"/>
          <p:cNvSpPr/>
          <p:nvPr/>
        </p:nvSpPr>
        <p:spPr>
          <a:xfrm>
            <a:off x="594360" y="4645152"/>
            <a:ext cx="10972800" cy="1325880"/>
          </a:xfrm>
          <a:prstGeom prst="roundRect">
            <a:avLst>
              <a:gd name="adj" fmla="val 5517"/>
            </a:avLst>
          </a:prstGeom>
          <a:solidFill>
            <a:srgbClr val="F2F5F7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86968" y="4800600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/db, the ordering does not rank anything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86968" y="5120640"/>
            <a:ext cx="10387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repetitions each: virtual threads 4.9 / 11.7 / 19.0 ms, platform 4.2 / 5.6 / 39.0 ms. The spreads overlap completely. At 1,000 rps with a 1 ms query nothing is under stress.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usage, and how it was measured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6858000" cy="20116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cores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RSS MB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Heap MB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webflux-r2dbc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mvc-virtual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mvc-jpa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368503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at 500 rps — all four healthy, zero errors, identical work.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44475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notes</a:t>
            </a:r>
            <a:endParaRPr lang="en-US" sz="1600" dirty="0"/>
          </a:p>
        </p:txBody>
      </p:sp>
      <p:sp>
        <p:nvSpPr>
          <p:cNvPr id="4" name="Text 4"/>
          <p:cNvSpPr txBox="1"/>
          <p:nvPr/>
        </p:nvSpPr>
        <p:spPr>
          <a:xfrm>
            <a:off x="7818120" y="19019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-Xms128m, not -Xms1g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762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the full heap pins RSS near 1 GB for every variant and hides the difference.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8163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from cumulative time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0906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process_cpu_time differenced over the window, not a sampled gauge.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730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samples, 2s apart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0050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sawtooths with GC; a single reading depends on where in the cycle it lands.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scaling is the one structural difference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94360" y="1444752"/>
          <a:ext cx="68580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18120" y="149047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901952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thread's stack is a heap object that grows and shrinks as it runs. A platform thread's stack is native memory outside -Xmx. A reactive request in flight is neither — it is a continuation object of a few hundred bytes.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03504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Ecosystem: what changes with the driver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0972800" cy="307238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7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WebFlux + R2DBC (today)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9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 + virtual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driver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r2dbc-postgresql 1.1.2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42.7.13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R2DBC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HikariCP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available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Hibernate / Spring Data JPA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APIs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JdbcClient, JdbcTemplate, JPA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reactive, context-bound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@Transactional, thread-bound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Flyway needs a JDBC driver anyway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Flyway natively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Tracing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Reactor Context, plumbed explicitly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C6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ThreadLocal / MDC 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7365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reactive service already ships a JDBC driver for schema migrations, so moving does not add a dependency there — it removes the second one.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88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LEAVES 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threads are a credible replacement. The open question is cost, not capability.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965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063240" y="1965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WebFlux on latency and errors at every rate tested, on every workload.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990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990088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40% more for identical work. Affordable at our load; verify on AWS.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40142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4014216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more at rest, and it grows with concurrency where reactive does not. The one thing that could change the answer.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0383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503834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code, real stack traces, working debuggers, a mature driver, a larger hiring pool.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hold the decision until the AWS numbers land, then decide on the memory curve.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threads vs WebFlux: technical findings</dc:title>
  <dc:subject>PptxGenJS Presentation</dc:subject>
  <dc:creator>PptxGenJS</dc:creator>
  <cp:lastModifiedBy>Dio Deiva</cp:lastModifiedBy>
  <cp:revision>3</cp:revision>
  <dcterms:created xsi:type="dcterms:W3CDTF">2026-09-20T04:55:09Z</dcterms:created>
  <dcterms:modified xsi:type="dcterms:W3CDTF">2026-09-20T06:13:57Z</dcterms:modified>
</cp:coreProperties>
</file>