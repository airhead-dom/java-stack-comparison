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99th percentile response time (ms)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WebFlux (today)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216.9</c:v>
                </c:pt>
                <c:pt idx="1">
                  <c:v>217.8</c:v>
                </c:pt>
                <c:pt idx="2">
                  <c:v>219.3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threads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227.2</c:v>
                </c:pt>
                <c:pt idx="1">
                  <c:v>217.9</c:v>
                </c:pt>
                <c:pt idx="2">
                  <c:v>278.5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Requests that failed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WebFlux (today)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threads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Platform threads</c:v>
                </c:pt>
              </c:strCache>
            </c:strRef>
          </c:tx>
          <c:spPr>
            <a:solidFill>
              <a:srgbClr val="D55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Resource use at 500 rps, relative to today (1.0)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WebFlux (today)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</c:v>
                  </c:pt>
                  <c:pt idx="2">
                    <c:v>Java heap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threads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</c:v>
                  </c:pt>
                  <c:pt idx="2">
                    <c:v>Java heap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1.42</c:v>
                </c:pt>
                <c:pt idx="1">
                  <c:v>1.15</c:v>
                </c:pt>
                <c:pt idx="2">
                  <c:v>2.04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Memory used (MB) as offered load doubles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WebFlux (today)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303</c:v>
                </c:pt>
                <c:pt idx="1">
                  <c:v>310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threads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349</c:v>
                </c:pt>
                <c:pt idx="1">
                  <c:v>514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on reactive today. The question is whether virtual threads let us write ordinary blocking code without giving up the throughput we rely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assumption: the motivation for considering virtual threads is maintainability and hiring rather than performance. Correct this slide if the driver is something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move off WebFlux?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virtual threads would buy us, and what they would cost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4018788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2104" y="39776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 + R2DBC  —  what we run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15000" y="401878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52744" y="39776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+ virtual threads  —  the candidate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findings, 19 Sep 2026  ·  Java 25, Spring Boot 4.1, PostgreSQL 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 we are considering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90472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391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WebFlux + R2DBC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33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end to end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44952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Leanest on CPU and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returns Mono or Flux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debug, harder to hire for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490472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1728" y="17373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0391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+ virtual threads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633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blocking code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044952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Java, readable stack traces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PostgreSQL driver, JPA available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more CPU and memory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9016" y="1490472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9056" y="17373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OPTION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20391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MVC, platform threads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2633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as a reference point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044952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completely above ~200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explain why the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must be virtual threads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reactive works — it does. It is whether we are paying for it in complexity we no longer need to pay.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tested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554480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endpoints: no database, cheap query, heavy query, slow query, and one 200ms call to another service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22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322576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to 2,000 requests per second, offered at a fixed rate whether or not the app keeps up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090672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percentiles, error rate, CPU, memory and thread count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58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constant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858768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heap, same collector, same connection pool size, same Java and Spring version in every 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50292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DF3E7"/>
          </a:solidFill>
          <a:ln w="12700">
            <a:solidFill>
              <a:srgbClr val="F2D9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5184648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came from one laptop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5504688"/>
            <a:ext cx="10387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generator, the application, the database and the stub service all shared six cores. Treat these as the shape of the difference, not as figures to quote. A three-machine run on AWS is in progress and will matter most for the cost side, which is what this decision turns 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threads keep up with what we run today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44752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46720" y="1490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latency penalty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90195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rate we tested, virtual threads returned in about the same time as our current stack, with zero errors on both. The same held on all the database workloads.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46720" y="3136392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E8F5F1"/>
          </a:solidFill>
          <a:ln w="12700">
            <a:solidFill>
              <a:srgbClr val="C4E3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39328" y="329184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rules out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39328" y="361188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is not the reason to stay on reactive. If we move, users would not see a difference at the loads we serve. The argument has to be made on cost, not speed.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threads are not an option — which is why this is about virtual threads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44752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46720" y="1490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really does break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901952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on ordinary threads failed every single request at 1,000 per second and above. Tomcat runs 200 threads; one request holds one thread for the whole 200ms call to the other service, so 1,000 per second needs 200 at once — exactly the ceiling.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46720" y="359359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2F5F7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39328" y="374904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39328" y="4069080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blocking code is only safe because virtual threads remove that ceiling. This is the reference point, not a candidate.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cost: more CPU and more memory for the same work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44752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46720" y="1490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pay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10412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+42%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10412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heap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104120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+104%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50215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doing identical work with identical results. Reactive is genuinely more efficient — this is the real price of the simpler programming model.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59943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our load there is headroom for this. At several times our load there may not be.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that matters: memory grows with load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44752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46720" y="1490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stack barely notices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046720" y="2034540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84464" y="1993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 (today)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8700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46720" y="2491740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84464" y="24505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28700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044952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thread carries a call stack for every request in flight, so memory tracks concurrency. A reactive request in flight is a small object, so it barely moves. Capacity planning changes shape: memory becomes something to watch as traffic grows, where today it is effectively fixed.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gain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29184" cy="3291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996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06424" y="14447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code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06424" y="17739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return a value, not a Mono. Business logic reads top to bottom.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329184" cy="3291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4996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75704" y="14447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stack traces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75704" y="17739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names our classes. Today it names reactor internals.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329184" cy="3291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8712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debugger that works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" y="31455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a request. Not possible in a reactive chain.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329184" cy="3291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8712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75704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mature driver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75704" y="31455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JDBC PostgreSQL driver is twenty years old. Our R2DBC driver is at version 1.1.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206240"/>
            <a:ext cx="329184" cy="3291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2428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" y="4187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and JPA back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" y="45171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on reactive. Available the moment we move.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206240"/>
            <a:ext cx="329184" cy="3291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42428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75704" y="4187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hiring pool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75704" y="45171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Java developer can read blocking code. Reactive is a specialism.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Spring MVC builds in this benchmark share a byte-identical dependency list and controller. Adopting virtual threads is one configuration property — the work is moving off reactive, not turning them 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migration actually involves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87068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06424" y="1645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WebFlux + R2DBC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8483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Mono&lt;AccountSummary&gt; load(long id)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databaseClient.sql(SQL)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.bind("accountId", id)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.map(this::map)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.one()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.switchIfEmpty(Mono.error(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NotFound::new));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44752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68706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75704" y="1645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MVC + virtual threads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8483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AccountSummary load(long id)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jdbcClient.sql(SQL)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.param("accountId", id)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.query(this::map)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.optional()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.orElseThrow(NotFound::new);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87375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signature changes.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Mono&lt;AccountSummary&gt; becomes AccountSummary, and that ripples through every caller, service and test. It is mechanical rather than difficult, but it touches everything, and the database driver changes with it. This is a planned migration, not a flag we flip on a Friday.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doing, on evidence we do not have yet. Wait for the AWS numbers.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93392"/>
            <a:ext cx="365760" cy="365760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659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we measured argues for staying on reactive for speed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86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matched our current stack on latency and errors at every rate tested.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054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900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real but affordable at our load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101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40% more CPU and 15% more memory. The figure to watch is memory, which grows with traffic where today it does not.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041648"/>
            <a:ext cx="365760" cy="365760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078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0142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in people and maintenance, not machines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342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code, working debuggers, a mature driver, a far larger hiring pool.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065776"/>
            <a:ext cx="365760" cy="365760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5102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03834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after the AWS run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3583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came from one laptop. The cost side is what this turns on, and it is the side a shared machine distorts most.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threads: should we move off WebFlux?</dc:title>
  <dc:subject>PptxGenJS Presentation</dc:subject>
  <dc:creator>PptxGenJS</dc:creator>
  <cp:lastModifiedBy>PptxGenJS</cp:lastModifiedBy>
  <cp:revision>1</cp:revision>
  <dcterms:created xsi:type="dcterms:W3CDTF">2026-09-20T04:55:09Z</dcterms:created>
  <dcterms:modified xsi:type="dcterms:W3CDTF">2026-09-20T04:55:09Z</dcterms:modified>
</cp:coreProperties>
</file>