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6B77"/>
                </a:solidFill>
                <a:latin typeface="Calibri"/>
              </a:rPr>
              <a:t>99th percentile response time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threads</c:v>
                </c:pt>
              </c:strCache>
            </c:strRef>
          </c:tx>
          <c:spPr>
            <a:solidFill>
              <a:srgbClr val="D55E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500 rps</c:v>
                  </c:pt>
                  <c:pt idx="1">
                    <c:v>1,000 rps</c:v>
                  </c:pt>
                  <c:pt idx="2">
                    <c:v>1,500 rps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219.3</c:v>
                </c:pt>
                <c:pt idx="1">
                  <c:v>1199.7</c:v>
                </c:pt>
                <c:pt idx="2">
                  <c:v>1039.7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threads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500 rps</c:v>
                  </c:pt>
                  <c:pt idx="1">
                    <c:v>1,000 rps</c:v>
                  </c:pt>
                  <c:pt idx="2">
                    <c:v>1,500 rps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227.2</c:v>
                </c:pt>
                <c:pt idx="1">
                  <c:v>217.9</c:v>
                </c:pt>
                <c:pt idx="2">
                  <c:v>278.5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WebFlux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500 rps</c:v>
                  </c:pt>
                  <c:pt idx="1">
                    <c:v>1,000 rps</c:v>
                  </c:pt>
                  <c:pt idx="2">
                    <c:v>1,500 rps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216.9</c:v>
                </c:pt>
                <c:pt idx="1">
                  <c:v>217.8</c:v>
                </c:pt>
                <c:pt idx="2">
                  <c:v>219.3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6B77"/>
                </a:solidFill>
                <a:latin typeface="Calibri"/>
              </a:rPr>
              <a:t>Resource use at 500 rps, relative to WebFlux (1.0)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threads</c:v>
                </c:pt>
              </c:strCache>
            </c:strRef>
          </c:tx>
          <c:spPr>
            <a:solidFill>
              <a:srgbClr val="D55E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</c:v>
                  </c:pt>
                  <c:pt idx="1">
                    <c:v>Memory (RSS)</c:v>
                  </c:pt>
                  <c:pt idx="2">
                    <c:v>Java heap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1.58</c:v>
                </c:pt>
                <c:pt idx="1">
                  <c:v>1.16</c:v>
                </c:pt>
                <c:pt idx="2">
                  <c:v>1.98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threads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</c:v>
                  </c:pt>
                  <c:pt idx="1">
                    <c:v>Memory (RSS)</c:v>
                  </c:pt>
                  <c:pt idx="2">
                    <c:v>Java heap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1.42</c:v>
                </c:pt>
                <c:pt idx="1">
                  <c:v>1.15</c:v>
                </c:pt>
                <c:pt idx="2">
                  <c:v>2.04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WebFlux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CPU</c:v>
                  </c:pt>
                  <c:pt idx="1">
                    <c:v>Memory (RSS)</c:v>
                  </c:pt>
                  <c:pt idx="2">
                    <c:v>Java heap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7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6B77"/>
                </a:solidFill>
                <a:latin typeface="Calibri"/>
              </a:rPr>
              <a:t>Memory used (MB) as offered load doubles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threads</c:v>
                </c:pt>
              </c:strCache>
            </c:strRef>
          </c:tx>
          <c:spPr>
            <a:solidFill>
              <a:srgbClr val="D55E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500 rps</c:v>
                  </c:pt>
                  <c:pt idx="1">
                    <c:v>1,000 rps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352</c:v>
                </c:pt>
                <c:pt idx="1">
                  <c:v>462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threads</c:v>
                </c:pt>
              </c:strCache>
            </c:strRef>
          </c:tx>
          <c:spPr>
            <a:solidFill>
              <a:srgbClr val="009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500 rps</c:v>
                  </c:pt>
                  <c:pt idx="1">
                    <c:v>1,000 rps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349</c:v>
                </c:pt>
                <c:pt idx="1">
                  <c:v>514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WebFlux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500 rps</c:v>
                  </c:pt>
                  <c:pt idx="1">
                    <c:v>1,000 rps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303</c:v>
                </c:pt>
                <c:pt idx="1">
                  <c:v>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candidate stacks. One is a configuration flag, one is a rewrite. These numbers come from a laptop and show the shape of the difference, not final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resource limit. Platform threads still had spare CPU and heap when they collapsed. The constraint is the thread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worth knowing: going reactive gives up Hibernate/JPA and Spring Data JPA, and Flyway and Liquibase are JDBC-based, so a reactive service still carries a JDBC driver for migrations.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0574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vs Virtual Threads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benchmark shows, and what a migration would cost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401878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2104" y="3977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MVC, platform threads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401878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9704" y="3977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MVC, virtual threads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09560" y="4018788"/>
            <a:ext cx="146304" cy="146304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47304" y="3977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 + R2DBC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findings, 19 Sep 2026  ·  Java 25, Spring Boot 4.1, PostgreSQL 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options, very different costs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500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as we are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MVC, platform threads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72968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at ~200 concurrent requests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run today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572768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892808"/>
            <a:ext cx="310896" cy="31089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1728" y="23500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threads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7432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MVC, one config property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172968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configuration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change, no library change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skills, same debugging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9016" y="1572768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9056" y="1892808"/>
            <a:ext cx="310896" cy="310896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49056" y="23500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49056" y="27432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 + R2DBC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172968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every layer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database driver and libraries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 to hire and train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exists to answer one question: does the rewrite buy anything we cannot get from the flag?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tested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18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618488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endpoints: no database, cheap query, heavy query, slow query, and one 200ms call to another service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04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404872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to 2,000 requests per second, offered at a fixed rate whether or not the app keeps up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1912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191256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percentiles, error rate, CPU, memory and thread count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constant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977640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heap, same collector, same connection pool size, same Java and Spring version in every variant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507492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DF3E7"/>
          </a:solidFill>
          <a:ln w="12700">
            <a:solidFill>
              <a:srgbClr val="F2D9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2303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came from one laptop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5412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4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 generator, the application, the database and the stub service all shared six cores. Treat these as the shape of the difference, not as figures to quote. A three-machine run on AWS is in progress.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today's load, nothing separates them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500 requests per second — above where the platform runs today — all three stacks are indistinguishable. Same latency, no errors, differences inside the noise.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487168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34440"/>
                <a:gridCol w="150876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99th percentile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MVC, platform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209.0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219.3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MVC, virtual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209.2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227.2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WebFlux + R2DBC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208.6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216.9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43616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held on the database workloads: every stack returned in about a millisecond and the run-to-run spread overlapped.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01000" y="1572768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98424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9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90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401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difference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load we serve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past 200 concurrent requests and platform threads stop working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481328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527048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BEAE2"/>
          </a:solidFill>
          <a:ln w="12700">
            <a:solidFill>
              <a:srgbClr val="F2CDB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70992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requests failed on 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at 1,000 rps and above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538728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cliff, not a slope.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runs 200 threads by default. One request holds one thread for the whole 200ms upstream call, so 1,000 requests per second needs 200 at once — exactly the ceiling. Virtual threads and WebFlux never notice; both stayed near 218ms with no errors.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stack costs for identical work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481328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46720" y="15270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is the leanest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used about 30% less CPU than either blocking stack for exactly the same work. Virtual threads sit between the two.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852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held open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46720" y="3278124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84464" y="32369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threads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378440" y="3236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046720" y="369874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84464" y="3657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378440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46720" y="4119372"/>
            <a:ext cx="146304" cy="146304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84464" y="4078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378440" y="4078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47274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told a more interesting story —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grows with load — except on reactive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481328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46720" y="15270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Doubling the load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046720" y="2071116"/>
            <a:ext cx="146304" cy="146304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84464" y="2029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378440" y="2029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46720" y="2528316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84464" y="24871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threads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378440" y="2487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+31%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46720" y="2985516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84464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378440" y="2944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3584448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thread still carries a call stack for every request in flight, so memory climbs with concurrency. A reactive request in flight is a small object, so it barely moves. That is the one place the rewrite buys something a config flag cannot.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Libraries: what actually changes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81328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5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9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WebFlux + R2DBC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MVC (Tomcat)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MVC (Tomcat)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WebFlux (Netty)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JDBC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JDBC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R2DBC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driver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42.7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42.7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r2dbc-postgresql 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pool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HikariCP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HikariCP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R2DBC Pool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Calling other 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file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four dependencies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636008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E8F5F1"/>
          </a:solidFill>
          <a:ln w="12700">
            <a:solidFill>
              <a:srgbClr val="C4E3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47914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virtual-threads column is not simplified — it is genuinely identical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1206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Spring MVC builds share a byte-identical dependency list and a byte-identical controller. The whole difference between them is three lines of configuration: spring.threads.virtual.enabled: true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what a migration touches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51076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06424" y="1709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virtual threads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06424" y="1984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code, unchanged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50008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AccountSummary load(long id)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jdbcClient.sql(SQL)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.param("accountId", id)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.query(this::map)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.optional()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.orElseThrow(NotFound::new);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81328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51076"/>
            <a:ext cx="146304" cy="146304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75704" y="1709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 + R2DBC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75704" y="1984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rewritten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350008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Mono&lt;AccountSummary&gt; load(long id)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databaseClient.sql(SQL)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.bind("accountId", id)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.map(this::map)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.one()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.switchIfEmpty(Mono.error(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NotFound::new));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509320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type is the migration.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AccountSummary becomes Mono&lt;AccountSummary&gt;, and that change propagates through every caller, every service, every test. Stack traces stop naming your code, and a debugger can no longer step through a request. Nothing on the left changes to adopt virtual threads.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88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on virtual threads. Revisit reactive only if memory becomes the constraint.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30552"/>
            <a:ext cx="384048" cy="384048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21762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031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 remove the ceiling that breaks us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468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matched reactive on every workload where anything separated the stacks, for one line of configuration.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300984"/>
            <a:ext cx="384048" cy="384048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3467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2735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Reactive's advantage is memory, and only at scale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6393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30% less CPU, and flat memory as load doubles. Everything else was a tie.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471416"/>
            <a:ext cx="384048" cy="384048"/>
          </a:xfrm>
          <a:prstGeom prst="ellipse">
            <a:avLst/>
          </a:prstGeom>
          <a:solidFill>
            <a:srgbClr val="3E4C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5171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44398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 is not free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80974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signature, a younger PostgreSQL driver, no Hibernate, and a debugging story the team does not have today.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same benchmark on three separate AWS machines, which is what turns these into figures we can quote.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Reactive vs Virtual Threads</dc:title>
  <dc:subject>PptxGenJS Presentation</dc:subject>
  <dc:creator>java-stack-comparison</dc:creator>
  <cp:lastModifiedBy>java-stack-comparison</cp:lastModifiedBy>
  <cp:revision>1</cp:revision>
  <dcterms:created xsi:type="dcterms:W3CDTF">2026-09-20T04:39:25Z</dcterms:created>
  <dcterms:modified xsi:type="dcterms:W3CDTF">2026-09-20T04:39:25Z</dcterms:modified>
</cp:coreProperties>
</file>